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2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DATA VISUALIZATION USING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10972800" cy="12344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AirLens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127248"/>
            <a:ext cx="1920240" cy="5029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9875520" cy="10058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A desktop dashboard for daily air quality in 12 Indian cities — CSV charts, a clickable map, and an honest live reading.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9875520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89A7A"/>
                </a:solidFill>
                <a:latin typeface="Consolas"/>
                <a:ea typeface="Consolas"/>
                <a:cs typeface="Consolas"/>
              </a:rPr>
              <a:t>github.com/mahik504/AirLens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02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75488"/>
            <a:ext cx="11155680" cy="56692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Dataset and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234440" cy="4114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509760" cy="256032"/>
          </a:xfrm>
          <a:prstGeom prst="rect">
            <a:avLst/>
          </a:prstGeom>
          <a:noFill/>
        </p:spPr>
        <p:txBody>
          <a:bodyPr wrap="square" anchor="b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89A7A"/>
                </a:solidFill>
                <a:latin typeface="Consolas"/>
                <a:ea typeface="Consolas"/>
                <a:cs typeface="Consolas"/>
              </a:rPr>
              <a:t>python app.py   ·   data/city_day.csv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484632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74920" cy="44805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C45C26"/>
                </a:solidFill>
                <a:latin typeface="Bahnschrift"/>
                <a:ea typeface="Bahnschrift"/>
                <a:cs typeface="Bahnschrift"/>
              </a:rPr>
              <a:t>The CSV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12 cities  ·  2018–2020  ·  about 13,152 days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3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Ahmedabad, Amritsar, Bengaluru, Chennai, Delhi, Hyderabad, Jaipur, Kolkata, Lucknow, Mumbai, Patna, Visakhapatnam.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Columns used: City, Date, PM2.5, PM10, NO2, SO2, CO, O3, AQI, AQI_Bucket.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Blank AQI rows are dropped. Pollutant gaps use that city’s median.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Every chart number comes from this file. That is the assignment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937760" cy="44805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C45C26"/>
                </a:solidFill>
                <a:latin typeface="Bahnschrift"/>
                <a:ea typeface="Bahnschrift"/>
                <a:cs typeface="Bahnschrift"/>
              </a:rPr>
              <a:t>How it runs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Python  ·  FreeSimpleGUI  ·  Pandas  ·  NumPy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Matplotlib  ·  Seaborn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Live air: Open-Meteo over urllib. No API key. No extra packages.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89A7A"/>
                </a:solidFill>
                <a:latin typeface="Consolas"/>
                <a:ea typeface="Consolas"/>
                <a:cs typeface="Consolas"/>
              </a:rPr>
              <a:t>pip install -r requirements.txt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9A7A"/>
                </a:solidFill>
                <a:latin typeface="Consolas"/>
                <a:ea typeface="Consolas"/>
                <a:cs typeface="Consolas"/>
              </a:rPr>
              <a:t>python app.py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Window opens maximised. Charts follow the window size.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03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75488"/>
            <a:ext cx="11155680" cy="56692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Four screens, then the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234440" cy="4114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72768"/>
            <a:ext cx="10058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45C26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09344"/>
            <a:ext cx="3840480" cy="4114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48840"/>
            <a:ext cx="4846320" cy="12801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National average AQI, most polluted and cleanest cities, category donut, AQI histogram. Sidebar Now is live Open-Meteo for Delhi.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572768"/>
            <a:ext cx="10058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45C26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609344"/>
            <a:ext cx="3840480" cy="4114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City explorer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148840"/>
            <a:ext cx="4846320" cy="12801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Pick a city. The large number is the last day in the CSV (end of 2020 here), not the live API. Pollutant bars and monthly AQI sit beside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087368"/>
            <a:ext cx="10058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45C26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23944"/>
            <a:ext cx="3840480" cy="4114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663440"/>
            <a:ext cx="4846320" cy="12801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Top 10 cities by average AQI. Heatmap is z-scored so CO is not crushed by PM10. Click a bar to jump to that city’s map.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88620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087368"/>
            <a:ext cx="10058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45C26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123944"/>
            <a:ext cx="3840480" cy="4114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2801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Monthly AQI, a 3-month rolling average, and the worst month marked. The large number is that worst-month average.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04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75488"/>
            <a:ext cx="11155680" cy="56692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Map and live Open-Meteo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234440" cy="4114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806440" cy="484632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5349240" cy="44805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C45C26"/>
                </a:solidFill>
                <a:latin typeface="Bahnschrift"/>
                <a:ea typeface="Bahnschrift"/>
                <a:cs typeface="Bahnschrift"/>
              </a:rPr>
              <a:t>India outline under the cities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A local 2D country silhouette. CPCB-coloured dots, labels, selected-city ring, and the click mark sit on top.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Click anywhere: yellow glow + X at that lon/lat, a card with CSV AQI for the nearest city, a dotted line to it.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400" b="0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Live Now line is Open-Meteo EAQI. Charts stay on the 2018–2020 CSV.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1E4D0"/>
                </a:solidFill>
                <a:latin typeface="Segoe UI"/>
                <a:ea typeface="Segoe UI"/>
                <a:cs typeface="Segoe UI"/>
              </a:rPr>
              <a:t>EAQI is not CPCB AQI. Do not mix the two scales.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5166360" cy="4846320"/>
          </a:xfrm>
          <a:prstGeom prst="roundRect">
            <a:avLst>
              <a:gd name="adj" fmla="val 6000"/>
            </a:avLst>
          </a:prstGeom>
          <a:solidFill>
            <a:srgbClr val="2C2318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map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481328"/>
            <a:ext cx="4371085" cy="4626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05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75488"/>
            <a:ext cx="11155680" cy="56692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What we will say in the viva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234440" cy="4114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09728" cy="10972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CSV is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10424160" cy="4114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The file ends 31 Dec 2020. It is not today’s CPCB bulletin.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78608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109728" cy="10972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Two AQI scales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10424160" cy="4114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Live EAQI is European. Chart colours follow CPCB bands on the CSV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85616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785616"/>
            <a:ext cx="109728" cy="10972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Offline still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15968"/>
            <a:ext cx="10424160" cy="4114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If Open-Meteo is unreachable, the dashboard still runs. The Now line says 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92624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241C14"/>
          </a:solidFill>
          <a:ln w="12700">
            <a:solidFill>
              <a:srgbClr val="6A5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992624"/>
            <a:ext cx="109728" cy="10972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57216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Visualisation, not a 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22976"/>
            <a:ext cx="10424160" cy="4114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No machine learning, no login, no government product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09728" cy="6858000"/>
          </a:xfrm>
          <a:prstGeom prst="rect">
            <a:avLst/>
          </a:prstGeom>
          <a:solidFill>
            <a:srgbClr val="2C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AIRLENS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417320"/>
            <a:ext cx="12191695" cy="1234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0" y="2788920"/>
            <a:ext cx="1691640" cy="4572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063240"/>
            <a:ext cx="12191695" cy="50292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1E4D0"/>
                </a:solidFill>
                <a:latin typeface="Bahnschrift"/>
                <a:ea typeface="Bahnschrift"/>
                <a:cs typeface="Bahnschrift"/>
              </a:rPr>
              <a:t>Team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566160"/>
            <a:ext cx="12191695" cy="3200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9A7A"/>
                </a:solidFill>
                <a:latin typeface="Segoe UI"/>
                <a:ea typeface="Segoe UI"/>
                <a:cs typeface="Segoe UI"/>
              </a:rPr>
              <a:t>Add the group name and members before the viva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4069080"/>
            <a:ext cx="3886200" cy="16459"/>
          </a:xfrm>
          <a:prstGeom prst="rect">
            <a:avLst/>
          </a:prstGeom>
          <a:solidFill>
            <a:srgbClr val="6A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4507992"/>
            <a:ext cx="3886200" cy="16459"/>
          </a:xfrm>
          <a:prstGeom prst="rect">
            <a:avLst/>
          </a:prstGeom>
          <a:solidFill>
            <a:srgbClr val="6A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4946904"/>
            <a:ext cx="3886200" cy="16459"/>
          </a:xfrm>
          <a:prstGeom prst="rect">
            <a:avLst/>
          </a:prstGeom>
          <a:solidFill>
            <a:srgbClr val="6A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89A7A"/>
                </a:solidFill>
                <a:latin typeface="Consolas"/>
                <a:ea typeface="Consolas"/>
                <a:cs typeface="Consolas"/>
              </a:rPr>
              <a:t>github.com/mahik504/AirLens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